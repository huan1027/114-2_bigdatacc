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AD87F8C-2012-8CE6-AA92-9AC40E1E87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BC32EE-DFF0-A0D8-CD1A-B316F432D6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CCC0B8-01E2-562E-F3D1-364A93866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85010A-A150-F495-0CE7-08BA2DD0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8D18410-6253-561A-F324-E4274C597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21007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D03B5D-15EE-B13C-C95E-13E7971E4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4D5E11-EB91-D289-9BD3-2C1580C90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0FF71D-9D87-7352-14A1-5D3D6053F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2873551-C664-B147-61DD-D24896F4B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3CC65-FFAC-CE34-BB23-3E0897F50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0546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341013-8F68-0E67-7B30-7AB0519E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B21D94-0D85-432D-6F68-024AF8CFC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971E6E7-131B-329A-3566-E040137EC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E0C7EC-B884-AF62-6FE4-3826C9B5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FB5BCE8-F102-6ABF-434D-4D172D886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1437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A55B3F-941E-A658-5EEE-363753631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21A065-8CB0-B1CB-8329-D304EFE7BE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2DF296D-0A77-BABE-1F18-D7A4600B5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D50E17B-B479-7897-76A9-4334A7A5E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ED6ECF1-C0E4-5043-2091-1DF38A6A7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D5C0F04-E2CE-F6F0-20F1-0C6D24C3F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2876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5E4E95-3D15-74B0-8766-9F6D633A8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84A504C-D892-AA50-BA2B-03DC41D44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F944726-4EFC-9847-557B-1B74B10C37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BCFB5CE-4B2B-4D45-86E7-30FE622095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6A775D0C-4C45-8A90-5316-D98FED542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899BF6FC-62E6-E494-6010-ED6A42BEC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24EEF93-CC4C-2563-619E-6534FEC7C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0E6A0CD-06A3-9433-06AE-42C53B6F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868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F0A219-113D-D892-CE68-F1D382753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FF146F6-A539-19E2-8C56-F7B3982D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9708CFF-B98C-5AB0-9675-990B13AF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D8B300-9BF6-77B5-7F46-53597326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2888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EBB3495-9C4F-60AC-08DC-0D78A4956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8AFE558-A90E-B5EC-E40B-A57D6ECC7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8A7DAE-1579-23A3-7D73-533A21FA2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9739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0F3901-D637-6CFF-EE69-4E5E16D27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687830-50EE-14B8-994F-0A86A97D9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C5B9D58-007D-85DA-08B3-5148BA777D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0848B07-803D-2464-C864-AFCE56E74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0A9E4B-A8F5-93DC-AC4E-13D14FCC0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E2C4303-E158-0196-81B5-9768EA8A0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8770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15ADAA-DFD8-7B16-D387-68B0E336C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25772305-1B1F-4AC9-1C2C-7A247FE31E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3D3B0CB-E4D3-3FFF-6458-3D8326B835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7FC378F-9500-B9C2-7ED7-258485C9A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86F766E-4828-3007-B436-0C2E13024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5275119-5DD7-A80C-FB78-96E99F4F0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245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D6227-5BB0-EDA6-0516-BE39466C1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57C7AB8-BA33-71AB-829F-30D3E06E06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56A19E1-A626-2107-89DF-E85032A55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71F95C-91CE-D9D7-5091-1143A48F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F2859A-6F14-ABB9-B371-E3EF49BD0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4471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01C0516-FAFB-60FA-6C5F-B9B6DB7045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125C7A0D-79D0-DDC8-26E6-CA7AB185F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D2E15D-39C2-61C5-D282-5C41E677A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A7B6055-3A7F-0BEC-5E94-5040F69F6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AC8599-7CBB-9650-4FE0-92F5A6D20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075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4247ABF8-5FD2-D01D-8B00-1F426EA97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8C0689-E3D0-83BD-37E6-0698BFC00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9E31D9-6CA6-BA88-2B61-1E46FC6DE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038E9B-944B-4AA1-BB9B-5BE4F7B8AD31}" type="datetimeFigureOut">
              <a:rPr lang="zh-TW" altLang="en-US" smtClean="0"/>
              <a:t>2026/6/2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470216C-5D0B-1981-9FCC-432A315766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8F13CE-4C2D-03FF-E92C-DDCB281EFA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28BB8F-5A5E-474F-8465-48CFA72922F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88056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3281D459-DC30-E3AD-8EE3-BF686A7D6B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610" y="329962"/>
            <a:ext cx="2453359" cy="1775726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399D5FE2-9F7F-CFB7-11C7-10DBA3675F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67" y="4683337"/>
            <a:ext cx="2759443" cy="18436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362F89CA-F119-569B-B4FD-70C2D79584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264" y="2435029"/>
            <a:ext cx="2223472" cy="2404384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F7D2F781-7A58-00F1-69F7-2206B7F695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1832" y="2120726"/>
            <a:ext cx="1358965" cy="109762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D18AF09E-1841-1FA2-03D2-6F36F0B0F8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61136" y="4501320"/>
            <a:ext cx="2051002" cy="202568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F9F8009-2E51-357B-AE36-D12326741A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460186" y="2506649"/>
            <a:ext cx="1716460" cy="711703"/>
          </a:xfrm>
          <a:prstGeom prst="rect">
            <a:avLst/>
          </a:prstGeom>
        </p:spPr>
      </p:pic>
      <p:pic>
        <p:nvPicPr>
          <p:cNvPr id="21" name="圖片 20">
            <a:extLst>
              <a:ext uri="{FF2B5EF4-FFF2-40B4-BE49-F238E27FC236}">
                <a16:creationId xmlns:a16="http://schemas.microsoft.com/office/drawing/2014/main" id="{736F40B1-0C6E-6B31-54C6-2AD445FC66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700992">
            <a:off x="3195803" y="2083997"/>
            <a:ext cx="2038677" cy="845305"/>
          </a:xfrm>
          <a:prstGeom prst="rect">
            <a:avLst/>
          </a:prstGeom>
        </p:spPr>
      </p:pic>
      <p:pic>
        <p:nvPicPr>
          <p:cNvPr id="22" name="圖片 21">
            <a:extLst>
              <a:ext uri="{FF2B5EF4-FFF2-40B4-BE49-F238E27FC236}">
                <a16:creationId xmlns:a16="http://schemas.microsoft.com/office/drawing/2014/main" id="{A324D132-7CED-4E12-0105-2F3FA3D641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290183">
            <a:off x="3670574" y="5423244"/>
            <a:ext cx="1757265" cy="728622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E87C1270-E12C-192B-FA3F-443B74AE72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 flipV="1">
            <a:off x="9409194" y="3542986"/>
            <a:ext cx="1354887" cy="561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715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0BFB747-1CA0-8448-5E71-A0F45A506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3494" y="204337"/>
            <a:ext cx="8145012" cy="6449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94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934CDE7-B753-7701-DEE9-C272BAEF7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80" y="3564098"/>
            <a:ext cx="3277163" cy="126798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5E21307-B469-D310-9033-F1042DA06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482" y="840130"/>
            <a:ext cx="4982206" cy="258887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10139F59-A16A-3F2A-3F07-D9CE9E87C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0382" y="3294154"/>
            <a:ext cx="1715635" cy="180787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1DF71EDE-3C51-1A7E-27F8-62A8341C6F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4846" y="4832084"/>
            <a:ext cx="6525536" cy="148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2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5CC4F2FB-0DE6-66A6-87BD-0E886D903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-92765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75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寬螢幕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2</cp:revision>
  <dcterms:created xsi:type="dcterms:W3CDTF">2026-06-02T07:23:02Z</dcterms:created>
  <dcterms:modified xsi:type="dcterms:W3CDTF">2026-06-02T07:31:47Z</dcterms:modified>
</cp:coreProperties>
</file>